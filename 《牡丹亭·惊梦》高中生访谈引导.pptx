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af34aa6c964876" /><Relationship Type="http://schemas.openxmlformats.org/officeDocument/2006/relationships/extended-properties" Target="/docProps/app.xml" Id="R855bd1b0d8494ba2" /><Relationship Type="http://schemas.openxmlformats.org/officeDocument/2006/relationships/officeDocument" Target="/ppt/presentation.xml" Id="Rfc71cd29e4e640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7a2c147fc9429d"/>
  </p:sldMasterIdLst>
  <p:notesMasterIdLst>
    <p:notesMasterId xmlns:r="http://schemas.openxmlformats.org/officeDocument/2006/relationships" r:id="R4c4b94ae89414de6"/>
  </p:notesMasterIdLst>
  <p:sldIdLst>
    <p:sldId xmlns:r="http://schemas.openxmlformats.org/officeDocument/2006/relationships" id="256" r:id="Rcebc0bc539f44148"/>
    <p:sldId xmlns:r="http://schemas.openxmlformats.org/officeDocument/2006/relationships" id="257" r:id="Ra9109c3eb3304e24"/>
    <p:sldId xmlns:r="http://schemas.openxmlformats.org/officeDocument/2006/relationships" id="258" r:id="R35c56c6b3ef84e4d"/>
    <p:sldId xmlns:r="http://schemas.openxmlformats.org/officeDocument/2006/relationships" id="259" r:id="Ra1de176b4fbf4ac0"/>
    <p:sldId xmlns:r="http://schemas.openxmlformats.org/officeDocument/2006/relationships" id="260" r:id="R23491b5e189647a5"/>
    <p:sldId xmlns:r="http://schemas.openxmlformats.org/officeDocument/2006/relationships" id="261" r:id="Rbe284e767c634d39"/>
    <p:sldId xmlns:r="http://schemas.openxmlformats.org/officeDocument/2006/relationships" id="262" r:id="Rad7ff3f7bf6f438d"/>
    <p:sldId xmlns:r="http://schemas.openxmlformats.org/officeDocument/2006/relationships" id="263" r:id="R218ccd8ff9634c04"/>
    <p:sldId xmlns:r="http://schemas.openxmlformats.org/officeDocument/2006/relationships" id="264" r:id="R40a01f9442b546d1"/>
    <p:sldId xmlns:r="http://schemas.openxmlformats.org/officeDocument/2006/relationships" id="265" r:id="R0d3ae504c7324cfd"/>
    <p:sldId xmlns:r="http://schemas.openxmlformats.org/officeDocument/2006/relationships" id="266" r:id="R075eb93880194b87"/>
    <p:sldId xmlns:r="http://schemas.openxmlformats.org/officeDocument/2006/relationships" id="267" r:id="Rd981f7b0b69c41a5"/>
    <p:sldId xmlns:r="http://schemas.openxmlformats.org/officeDocument/2006/relationships" id="268" r:id="Rd57e2b2b0e5b4485"/>
    <p:sldId xmlns:r="http://schemas.openxmlformats.org/officeDocument/2006/relationships" id="269" r:id="R9148803d17e44981"/>
    <p:sldId xmlns:r="http://schemas.openxmlformats.org/officeDocument/2006/relationships" id="270" r:id="Rda51ed7c33664a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af2c80ee2a4070" /><Relationship Type="http://schemas.openxmlformats.org/officeDocument/2006/relationships/slideMaster" Target="/ppt/slideMasters/slideMaster1.xml" Id="Rd37a2c147fc9429d" /><Relationship Type="http://schemas.openxmlformats.org/officeDocument/2006/relationships/notesMaster" Target="/ppt/notesMasters/notesMaster1.xml" Id="R4c4b94ae89414de6" /><Relationship Type="http://schemas.openxmlformats.org/officeDocument/2006/relationships/presProps" Target="/ppt/presProps.xml" Id="R6861832533c3421e" /><Relationship Type="http://schemas.openxmlformats.org/officeDocument/2006/relationships/tableStyles" Target="/ppt/tableStyles.xml" Id="Rc260671bf95046e6" /><Relationship Type="http://schemas.openxmlformats.org/officeDocument/2006/relationships/slide" Target="/ppt/slides/slide1.xml" Id="Rcebc0bc539f44148" /><Relationship Type="http://schemas.openxmlformats.org/officeDocument/2006/relationships/slide" Target="/ppt/slides/slide2.xml" Id="Ra9109c3eb3304e24" /><Relationship Type="http://schemas.openxmlformats.org/officeDocument/2006/relationships/slide" Target="/ppt/slides/slide3.xml" Id="R35c56c6b3ef84e4d" /><Relationship Type="http://schemas.openxmlformats.org/officeDocument/2006/relationships/slide" Target="/ppt/slides/slide4.xml" Id="Ra1de176b4fbf4ac0" /><Relationship Type="http://schemas.openxmlformats.org/officeDocument/2006/relationships/slide" Target="/ppt/slides/slide5.xml" Id="R23491b5e189647a5" /><Relationship Type="http://schemas.openxmlformats.org/officeDocument/2006/relationships/slide" Target="/ppt/slides/slide6.xml" Id="Rbe284e767c634d39" /><Relationship Type="http://schemas.openxmlformats.org/officeDocument/2006/relationships/slide" Target="/ppt/slides/slide7.xml" Id="Rad7ff3f7bf6f438d" /><Relationship Type="http://schemas.openxmlformats.org/officeDocument/2006/relationships/slide" Target="/ppt/slides/slide8.xml" Id="R218ccd8ff9634c04" /><Relationship Type="http://schemas.openxmlformats.org/officeDocument/2006/relationships/slide" Target="/ppt/slides/slide9.xml" Id="R40a01f9442b546d1" /><Relationship Type="http://schemas.openxmlformats.org/officeDocument/2006/relationships/slide" Target="/ppt/slides/slide10.xml" Id="R0d3ae504c7324cfd" /><Relationship Type="http://schemas.openxmlformats.org/officeDocument/2006/relationships/slide" Target="/ppt/slides/slide11.xml" Id="R075eb93880194b87" /><Relationship Type="http://schemas.openxmlformats.org/officeDocument/2006/relationships/slide" Target="/ppt/slides/slide12.xml" Id="Rd981f7b0b69c41a5" /><Relationship Type="http://schemas.openxmlformats.org/officeDocument/2006/relationships/slide" Target="/ppt/slides/slide13.xml" Id="Rd57e2b2b0e5b4485" /><Relationship Type="http://schemas.openxmlformats.org/officeDocument/2006/relationships/slide" Target="/ppt/slides/slide14.xml" Id="R9148803d17e44981" /><Relationship Type="http://schemas.openxmlformats.org/officeDocument/2006/relationships/slide" Target="/ppt/slides/slide15.xml" Id="Rda51ed7c3366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b128e3292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217d02db9c49b6" /><Relationship Type="http://schemas.openxmlformats.org/officeDocument/2006/relationships/notesMaster" Target="/ppt/notesMasters/notesMaster1.xml" Id="R9fcd91cbd55643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ebec593f404c04" /><Relationship Type="http://schemas.openxmlformats.org/officeDocument/2006/relationships/notesMaster" Target="/ppt/notesMasters/notesMaster1.xml" Id="R695ab3f62cea4f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4ba1ee4ba145ca" /><Relationship Type="http://schemas.openxmlformats.org/officeDocument/2006/relationships/notesMaster" Target="/ppt/notesMasters/notesMaster1.xml" Id="Rbf4afb8536e440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a537dd6fbd4638" /><Relationship Type="http://schemas.openxmlformats.org/officeDocument/2006/relationships/notesMaster" Target="/ppt/notesMasters/notesMaster1.xml" Id="R4bbf08d24bf246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487a073c584bde" /><Relationship Type="http://schemas.openxmlformats.org/officeDocument/2006/relationships/notesMaster" Target="/ppt/notesMasters/notesMaster1.xml" Id="R5553e5d50dc4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09ccca22a54796" /><Relationship Type="http://schemas.openxmlformats.org/officeDocument/2006/relationships/notesMaster" Target="/ppt/notesMasters/notesMaster1.xml" Id="R61ca4be0299e48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df49b600e94012" /><Relationship Type="http://schemas.openxmlformats.org/officeDocument/2006/relationships/notesMaster" Target="/ppt/notesMasters/notesMaster1.xml" Id="Rf9b9ede6c3b6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efdf36c2d441f4" /><Relationship Type="http://schemas.openxmlformats.org/officeDocument/2006/relationships/notesMaster" Target="/ppt/notesMasters/notesMaster1.xml" Id="Rabf2dfd2246e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cd58e645c64565" /><Relationship Type="http://schemas.openxmlformats.org/officeDocument/2006/relationships/notesMaster" Target="/ppt/notesMasters/notesMaster1.xml" Id="R7dfc347533f04f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ec59052b404ffc" /><Relationship Type="http://schemas.openxmlformats.org/officeDocument/2006/relationships/notesMaster" Target="/ppt/notesMasters/notesMaster1.xml" Id="R485c047bc2d641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be6d888dc0497f" /><Relationship Type="http://schemas.openxmlformats.org/officeDocument/2006/relationships/notesMaster" Target="/ppt/notesMasters/notesMaster1.xml" Id="Rfc92f32915bd40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34f55d171745cb" /><Relationship Type="http://schemas.openxmlformats.org/officeDocument/2006/relationships/notesMaster" Target="/ppt/notesMasters/notesMaster1.xml" Id="Rf3f0a0be4b354a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ab50f2204144f8" /><Relationship Type="http://schemas.openxmlformats.org/officeDocument/2006/relationships/notesMaster" Target="/ppt/notesMasters/notesMaster1.xml" Id="R7daa9d1ef86843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fd9de9551f490c" /><Relationship Type="http://schemas.openxmlformats.org/officeDocument/2006/relationships/notesMaster" Target="/ppt/notesMasters/notesMaster1.xml" Id="R643665fcd9534e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ba54b7f9ba407e" /><Relationship Type="http://schemas.openxmlformats.org/officeDocument/2006/relationships/notesMaster" Target="/ppt/notesMasters/notesMaster1.xml" Id="R983242c481ad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开场保持轻松。不要先介绍“觉醒”“反抗礼教”“不可逆”等创作主题。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照读：今天主要是测试作品，不是测试你。看不懂、觉得无聊、不知道点哪里，都对我们有帮助。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先安静展示，不解释词义。让学生自行阅读。若他询问生词，可先问“你现在会怎么猜？”，记录后再解释。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记录学生原话。追问：是什么词让你这样想？不要说“是不是只在写景”。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把设备交给学生。只说：遇到困惑时，如果方便，可以把脑子里的想法说出来。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不要解释针脚的文学意义。如果界面无法让学生知道怎么操作，记录为产品问题。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开始计时。主持人保持安静。卡住约10秒后先问：“你现在期待这里发生什么？”只提供最低限度帮助。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请学生暂时不要回看页面，先用自己的话回答，以免照抄结尾文案。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记录完整原话。若学生只重复系统文案，追问：“如果不用网页里的说法，你会怎么讲给同学听？”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重点观察是否能主动找到证据，不判断针脚位置对错。坚持原选择并能回应其他证据同样有效。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先让学生自由回答，再用三个方向帮助表达；不要强迫三选一。继续追问：为什么系统会在这里给你看这句话？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学生批评时不要解释或辩护。追问具体场景：“如果删掉它，会有什么不同？”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这两个问题分别检验作品是否可复述，以及是否真的形成继续阅读的动力。记录原话。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说明匿名和后续用途。询问是否愿意在改版后再次体验，但不要施压。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立即填写单场记录表。除阻断性故障外，至少完成三场后再统一修改产品。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本项目访谈测试包与已校核《牡丹亭》原文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960bf105a42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b44037015482e" /><Relationship Type="http://schemas.openxmlformats.org/officeDocument/2006/relationships/slideLayout" Target="/ppt/slideLayouts/slideLayout1.xml" Id="R4b12488c3c8447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12488c3c8447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308e5761a4d9e" /><Relationship Type="http://schemas.openxmlformats.org/officeDocument/2006/relationships/notesSlide" Target="/ppt/notesSlides/notesSlide1.xml" Id="Rf04dfd50153d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7960c03474a2d" /><Relationship Type="http://schemas.openxmlformats.org/officeDocument/2006/relationships/notesSlide" Target="/ppt/notesSlides/notesSlide2.xml" Id="R2131dd620ded4b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d9f49fdff4a6f" /><Relationship Type="http://schemas.openxmlformats.org/officeDocument/2006/relationships/notesSlide" Target="/ppt/notesSlides/notesSlide3.xml" Id="Ra7b5ddf809e549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10476ca684811" /><Relationship Type="http://schemas.openxmlformats.org/officeDocument/2006/relationships/notesSlide" Target="/ppt/notesSlides/notesSlide4.xml" Id="R12481b6ad49d48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a71105b7242ad" /><Relationship Type="http://schemas.openxmlformats.org/officeDocument/2006/relationships/notesSlide" Target="/ppt/notesSlides/notesSlide5.xml" Id="Ree059117aa9149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89181dab444ad" /><Relationship Type="http://schemas.openxmlformats.org/officeDocument/2006/relationships/notesSlide" Target="/ppt/notesSlides/notesSlide6.xml" Id="Rf7655a1c840247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2ee56b70644fe" /><Relationship Type="http://schemas.openxmlformats.org/officeDocument/2006/relationships/notesSlide" Target="/ppt/notesSlides/notesSlide7.xml" Id="R0fbfb0e7811648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1eb18f8764313" /><Relationship Type="http://schemas.openxmlformats.org/officeDocument/2006/relationships/notesSlide" Target="/ppt/notesSlides/notesSlide8.xml" Id="Rba8cb35798ac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cc11c5f4640fa" /><Relationship Type="http://schemas.openxmlformats.org/officeDocument/2006/relationships/notesSlide" Target="/ppt/notesSlides/notesSlide9.xml" Id="R2a7e193fff4c42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7b9c1182b46a2" /><Relationship Type="http://schemas.openxmlformats.org/officeDocument/2006/relationships/notesSlide" Target="/ppt/notesSlides/notesSlide10.xml" Id="R0151c0fad39241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fe9214f454949" /><Relationship Type="http://schemas.openxmlformats.org/officeDocument/2006/relationships/notesSlide" Target="/ppt/notesSlides/notesSlide11.xml" Id="R23b25e3fc41d42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a979292a401b" /><Relationship Type="http://schemas.openxmlformats.org/officeDocument/2006/relationships/notesSlide" Target="/ppt/notesSlides/notesSlide12.xml" Id="Ra452f930ea9d4b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08e04aa54581" /><Relationship Type="http://schemas.openxmlformats.org/officeDocument/2006/relationships/notesSlide" Target="/ppt/notesSlides/notesSlide13.xml" Id="R01193eba49a244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3a237a8f04048" /><Relationship Type="http://schemas.openxmlformats.org/officeDocument/2006/relationships/notesSlide" Target="/ppt/notesSlides/notesSlide14.xml" Id="Re1edd275419c4a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2b93aa7b749dd" /><Relationship Type="http://schemas.openxmlformats.org/officeDocument/2006/relationships/notesSlide" Target="/ppt/notesSlides/notesSlide15.xml" Id="R4ce396be5009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7A3B01E-DEC7-4540-BEFF-A1FAF9BC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陪我们试读一次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44DE012-D354-43A3-B4EE-7D7CAA4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高中生互动阅读体验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B40B795-B9DC-4885-93AF-D069B454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牡丹亭 · 惊梦</a:t>
            </a:r>
          </a:p>
        </p:txBody>
      </p:sp>
    </p:spTree>
    <p:extLst>
      <p:ext uri="{BB962C8B-B14F-4D97-AF65-F5344CB8AC3E}">
        <p14:creationId xmlns:p14="http://schemas.microsoft.com/office/powerpoint/2010/main" val="1408237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20E39E1-836C-400E-A5F6-73F06E0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今天不是考试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3DE6D8C-5983-4FF7-AE87-F1C672F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没有标准答案，也不用提前复习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B560FC7-1FC2-475F-842E-0EF82E6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开始以前</a:t>
            </a:r>
          </a:p>
        </p:txBody>
      </p:sp>
    </p:spTree>
    <p:extLst>
      <p:ext uri="{BB962C8B-B14F-4D97-AF65-F5344CB8AC3E}">
        <p14:creationId xmlns:p14="http://schemas.microsoft.com/office/powerpoint/2010/main" val="177611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DE2469C-5EA8-490D-B115-D3118DC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原来姹紫嫣红开遍，
似这般都付与断井颓垣。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0E2AC2F-1D1E-42F3-A547-0D5C8623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良辰美景奈何天，赏心乐事谁家院！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1ECF94A-EE2A-428D-BEFC-EF49EA6A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先看两句</a:t>
            </a:r>
          </a:p>
        </p:txBody>
      </p:sp>
    </p:spTree>
    <p:extLst>
      <p:ext uri="{BB962C8B-B14F-4D97-AF65-F5344CB8AC3E}">
        <p14:creationId xmlns:p14="http://schemas.microsoft.com/office/powerpoint/2010/main" val="1111021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1A0879B-F98A-4154-BEAC-60B26055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你觉得这里
主要写了什么？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F66347C-7692-42FA-B788-BC521039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不确定，也可以说出现在最自然的猜测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93D5DDA-9BF6-4056-826F-ACB62737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不用标准答案</a:t>
            </a:r>
          </a:p>
        </p:txBody>
      </p:sp>
    </p:spTree>
    <p:extLst>
      <p:ext uri="{BB962C8B-B14F-4D97-AF65-F5344CB8AC3E}">
        <p14:creationId xmlns:p14="http://schemas.microsoft.com/office/powerpoint/2010/main" val="1670276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50B7FAA-1349-44F9-81F1-CA351026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B26B610-6295-4C6E-BBDA-8E6C5351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接下来，你会自己走进《惊梦》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415C1550-EF34-47BD-B699-FAD7982B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362F95A-EBB5-4BC9-BCB5-A606D9CE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你可以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B478D9F2-4DC1-4B57-9271-1F1CA03E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停下来、返回、改主意，也可以说“不知道”。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D93A944-9191-4803-B3B1-DBBC12A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2E466A3-88EF-47F2-8BFB-C11D426A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我们会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A776E50-E728-46CE-B292-C24D2CF7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观察哪里难懂；不会评价你的文学答案。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BC7D140-1099-4477-882C-A36014F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请像平时第一次打开一个网页那样体验。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45560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63650C8-9AE9-4D77-857B-E33C5CFD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读到哪里时，
你开始觉得她不一样了？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47E78B5-797B-48E2-B0CA-1B244726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先留下一句；读到后面，也可以改变判断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FC8F64E-2CA2-48B9-9367-F8C40CC1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体验任务</a:t>
            </a:r>
          </a:p>
        </p:txBody>
      </p:sp>
    </p:spTree>
    <p:extLst>
      <p:ext uri="{BB962C8B-B14F-4D97-AF65-F5344CB8AC3E}">
        <p14:creationId xmlns:p14="http://schemas.microsoft.com/office/powerpoint/2010/main" val="821433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E23B454-19B0-47F1-B460-6E27A09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按自己的节奏读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6C11F5A-CE27-452F-91F3-8D986304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需要帮助时，随时告诉我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D6CFBBC-B0AC-472D-8A76-5CE2173D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现在，请打开体验网页</a:t>
            </a:r>
          </a:p>
        </p:txBody>
      </p:sp>
    </p:spTree>
    <p:extLst>
      <p:ext uri="{BB962C8B-B14F-4D97-AF65-F5344CB8AC3E}">
        <p14:creationId xmlns:p14="http://schemas.microsoft.com/office/powerpoint/2010/main" val="1311515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72552AA-3A8B-49AD-BF69-3BC41CD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先离开网页想一想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AF5A31E-BD94-492F-932B-08910F2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下面没有正确答案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2454D6B-E5E6-47EC-85DF-67EAF747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体验结束</a:t>
            </a:r>
          </a:p>
        </p:txBody>
      </p:sp>
    </p:spTree>
    <p:extLst>
      <p:ext uri="{BB962C8B-B14F-4D97-AF65-F5344CB8AC3E}">
        <p14:creationId xmlns:p14="http://schemas.microsoft.com/office/powerpoint/2010/main" val="1530467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382EF08-9E09-48AC-8028-C3770210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现在你会怎样解释
“姹紫嫣红”？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4504E61-9D77-4D78-8F49-AD4172DF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和刚开始相比，没变也可以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CF04F48-C6E0-48B5-84BF-07298CBF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再看一次</a:t>
            </a:r>
          </a:p>
        </p:txBody>
      </p:sp>
    </p:spTree>
    <p:extLst>
      <p:ext uri="{BB962C8B-B14F-4D97-AF65-F5344CB8AC3E}">
        <p14:creationId xmlns:p14="http://schemas.microsoft.com/office/powerpoint/2010/main" val="718378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FB8FC39-66C4-49C8-9AD1-749AA392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4186599-90D2-49E3-825F-24C6489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你的判断落在了哪里？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8C6259A2-CB24-40AD-86CE-34BC6D75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C04E3DD-8327-48DE-A83B-EF453F25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变化从哪里开始？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7B58BE0-520C-450A-BB41-F820F81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为什么是这一句，而不是更前或更后？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4AE451A-0A14-48EC-A573-40D8DD1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C146F18-11A1-4069-9AFA-1F690F4F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哪句支持你？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7A85536-0744-4DF4-A5A0-1B9FB56A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请用原文说明，不必使用文学术语。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09E0FF2-6A64-4303-91B7-C94874C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请回到原文，指出具体句子。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9749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F560733-BBA5-41C4-9826-9F16A21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488F82B-E56A-4BD8-A7D6-F99AA07F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EE23EEE9-79E7-4409-AECA-EE2B3CF6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B840883-D24B-408A-8277-09282717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9EAAC7C-1AA7-4FB2-8FCB-9614FC4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后来出现的那句原文，和你的判断是什么关系？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B501DFC-C0D6-4826-880F-C00542C0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支持了我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67F26F0-8409-4266-954F-018773F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让问题更复杂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7F4A55F-6A89-4BFF-BB12-CF33928C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让我改主意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E448334-7896-4DA5-9452-DC9A20DA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①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CD8426D-172B-454A-AEEA-B753929A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②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3B1644-0389-456B-9C58-595E028F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③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80E370E-C3D1-4BAC-BEE4-EFDA5F83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先听你的理解，再看系统解释。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0183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33C19BA-79F3-4FAD-9D5C-0B334CB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D6C37E-5F40-4815-B88E-2A96AC1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作品哪里最需要改？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F4BE8F9-5720-4507-9C7E-0796A5BA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E65975C-E12E-4B03-97B3-FE4225AF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最想跳过的地方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32F0D7FD-C481-4983-9564-2AEFE514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是因为看不懂、太慢，还是不知道为什么要做？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984488CC-F92E-49F4-9BF3-89F76B9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A52AFB2-A0BD-4353-B7C7-63B32E13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最记得的时刻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6C810B0-C8CC-4691-A988-7F65B1C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请说发生了什么，不必只评价画面。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FAEF0D0-B446-4099-9B44-05A60BC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真实感受比“挺好的”更有帮助。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07537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B84B628-A90A-4CB3-B34F-73E820C7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如果发给同学，
你会怎么介绍它？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CC79EA3-69AF-4BB0-A0B7-FCBCF9E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你会想继续读《寻梦》吗？为什么？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F13B4BD-7F89-457D-8DC9-2468999C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最后一个问题</a:t>
            </a:r>
          </a:p>
        </p:txBody>
      </p:sp>
    </p:spTree>
    <p:extLst>
      <p:ext uri="{BB962C8B-B14F-4D97-AF65-F5344CB8AC3E}">
        <p14:creationId xmlns:p14="http://schemas.microsoft.com/office/powerpoint/2010/main" val="5608592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E5764F2-9869-4B8C-AC6C-2E1F8D5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你的困惑，也在帮助作品生长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4F02842-3107-444D-A1D6-4154CA58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没有一个回答会被记成对错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ADC5523-D820-4934-8664-894CB40E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谢谢你</a:t>
            </a:r>
          </a:p>
        </p:txBody>
      </p:sp>
    </p:spTree>
    <p:extLst>
      <p:ext uri="{BB962C8B-B14F-4D97-AF65-F5344CB8AC3E}">
        <p14:creationId xmlns:p14="http://schemas.microsoft.com/office/powerpoint/2010/main" val="19151320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8AA4215-CB32-41B9-9727-7B8E90B4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87B2030-C6B2-48B1-AF10-B07224FD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访谈结束后 · 主持人复盘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0263AC68-3F78-41F5-ADB2-45C761B1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987FBEF-5B8E-4E21-BCC2-1E58BB4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理解有没有变化？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E526744-0AAA-4824-A1F9-0149106E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是出现新证据，还是只复述了系统提示？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F6FD06C-DBD6-46A1-9B1D-EBD45550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DB7ECE2F-D920-4DEF-B16E-3EDDC16A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Agent有没有价值？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410B996-7DB6-4B97-8384-BFD1083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学生能否说清回应为何与自己的选择有关？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20966BF-833C-43C7-A5C3-8F89E17D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这一页不要向学生展示。先记录，再讨论修改。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66551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2026-08-05T05:07:10.5870000Z</dcterms:created>
  <dcterms:modified xsi:type="dcterms:W3CDTF">2026-08-05T05:07:10.5880000Z</dcterms:modified>
</coreProperties>
</file>